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910a4b3aca41c5" /><Relationship Type="http://schemas.openxmlformats.org/officeDocument/2006/relationships/extended-properties" Target="/docProps/app.xml" Id="R48604afdf3a946bb" /><Relationship Type="http://schemas.openxmlformats.org/officeDocument/2006/relationships/officeDocument" Target="/ppt/presentation.xml" Id="Rf0822a3ccb7542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3bc56a48084743"/>
  </p:sldMasterIdLst>
  <p:notesMasterIdLst>
    <p:notesMasterId xmlns:r="http://schemas.openxmlformats.org/officeDocument/2006/relationships" r:id="R89e6bdfbc5364e5c"/>
  </p:notesMasterIdLst>
  <p:sldIdLst>
    <p:sldId xmlns:r="http://schemas.openxmlformats.org/officeDocument/2006/relationships" id="256" r:id="R2cde4c57a50e411e"/>
    <p:sldId xmlns:r="http://schemas.openxmlformats.org/officeDocument/2006/relationships" id="257" r:id="Rd8f46a492a3f46b2"/>
    <p:sldId xmlns:r="http://schemas.openxmlformats.org/officeDocument/2006/relationships" id="258" r:id="Rec6f46201bd34f6b"/>
    <p:sldId xmlns:r="http://schemas.openxmlformats.org/officeDocument/2006/relationships" id="259" r:id="Rdd97f8df74694c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3414c191bd4aab" /><Relationship Type="http://schemas.openxmlformats.org/officeDocument/2006/relationships/slideMaster" Target="/ppt/slideMasters/slideMaster1.xml" Id="R033bc56a48084743" /><Relationship Type="http://schemas.openxmlformats.org/officeDocument/2006/relationships/notesMaster" Target="/ppt/notesMasters/notesMaster1.xml" Id="R89e6bdfbc5364e5c" /><Relationship Type="http://schemas.openxmlformats.org/officeDocument/2006/relationships/presProps" Target="/ppt/presProps.xml" Id="Rdc62b662c73e42a4" /><Relationship Type="http://schemas.openxmlformats.org/officeDocument/2006/relationships/tableStyles" Target="/ppt/tableStyles.xml" Id="R0f84680fc90a4925" /><Relationship Type="http://schemas.openxmlformats.org/officeDocument/2006/relationships/slide" Target="/ppt/slides/slide1.xml" Id="R2cde4c57a50e411e" /><Relationship Type="http://schemas.openxmlformats.org/officeDocument/2006/relationships/slide" Target="/ppt/slides/slide2.xml" Id="Rd8f46a492a3f46b2" /><Relationship Type="http://schemas.openxmlformats.org/officeDocument/2006/relationships/slide" Target="/ppt/slides/slide3.xml" Id="Rec6f46201bd34f6b" /><Relationship Type="http://schemas.openxmlformats.org/officeDocument/2006/relationships/slide" Target="/ppt/slides/slide4.xml" Id="Rdd97f8df74694c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1d898c6d2a42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0c0fe4874b4a9c" /><Relationship Type="http://schemas.openxmlformats.org/officeDocument/2006/relationships/notesMaster" Target="/ppt/notesMasters/notesMaster1.xml" Id="R09559ebe719f4b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b17313fa784506" /><Relationship Type="http://schemas.openxmlformats.org/officeDocument/2006/relationships/notesMaster" Target="/ppt/notesMasters/notesMaster1.xml" Id="Rc08a0dfd98a147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50f7099e9c4b12" /><Relationship Type="http://schemas.openxmlformats.org/officeDocument/2006/relationships/notesMaster" Target="/ppt/notesMasters/notesMaster1.xml" Id="R07b99fb3bfb349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c3b07c462c48e9" /><Relationship Type="http://schemas.openxmlformats.org/officeDocument/2006/relationships/notesMaster" Target="/ppt/notesMasters/notesMaster1.xml" Id="R00270183f12d4c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大家好，我是徐康成，学号是 2623912。我将介绍体育本体中自己负责的五个问题。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G01：体育迷、教练和运动员可以使用本体。分析师和开发者也可以使用。模型中记录了七类用户角色。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G03：教练可以用本体查找体育信息。他们可以查看队伍和运动员。这可以帮助他们做准备。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这个问题查询谁属于某支队伍。我以阿根廷队为例。查询返回 26 条成员记录。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S11：这个问题查询运动员参加了哪些赛事。我以梅西为例。文件返回 2022 年世界杯。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S12：这个问题查找参加同一赛事的队伍。查询返回 135 组队伍。这些组合来自数据集中已记录的信息。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e8771020404c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6c6b2c3a74f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5acc8b6e740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99b849d8f44b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5f54f598904b2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6550df05149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8AC2AB-854C-479D-AD17-BFA0756A4D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41808B-ABA9-43F8-80FE-70750B2536E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5B93EFA-8211-4DEA-BFF8-2DFEA2269B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43E24D-7E7F-48C0-81A5-879F99B824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CBFF69-F841-49D8-BBFD-C77132EB4E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9C707C-2393-469E-ACD4-DE36212B3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CD0B70-DCA8-4BAA-9869-30202676A1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BEEA69-A752-4489-8A6F-78DB3F749E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2C96F5-5B7F-4E80-AA70-F44529FCAC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9D4A29-F85C-446C-8860-EE8CED4857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bad08ec94f40e8" /><Relationship Type="http://schemas.openxmlformats.org/officeDocument/2006/relationships/slideLayout" Target="/ppt/slideLayouts/slideLayout1.xml" Id="Rbf98ac1ed44546f5" /><Relationship Type="http://schemas.openxmlformats.org/officeDocument/2006/relationships/slideLayout" Target="/ppt/slideLayouts/slideLayout2.xml" Id="R82cb9587785849cb" /><Relationship Type="http://schemas.openxmlformats.org/officeDocument/2006/relationships/slideLayout" Target="/ppt/slideLayouts/slideLayout3.xml" Id="Refa91767ae5b473f" /><Relationship Type="http://schemas.openxmlformats.org/officeDocument/2006/relationships/slideLayout" Target="/ppt/slideLayouts/slideLayout4.xml" Id="R4a5711280b3940c9" /><Relationship Type="http://schemas.openxmlformats.org/officeDocument/2006/relationships/slideLayout" Target="/ppt/slideLayouts/slideLayout5.xml" Id="R7719f9e29b61461a" /><Relationship Type="http://schemas.openxmlformats.org/officeDocument/2006/relationships/slideLayout" Target="/ppt/slideLayouts/slideLayout6.xml" Id="R497a1e29fc5c4e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98ac1ed44546f5"/>
    <p:sldLayoutId xmlns:r="http://schemas.openxmlformats.org/officeDocument/2006/relationships" id="2147483650" r:id="R82cb9587785849cb"/>
    <p:sldLayoutId xmlns:r="http://schemas.openxmlformats.org/officeDocument/2006/relationships" id="2147483651" r:id="Refa91767ae5b473f"/>
    <p:sldLayoutId xmlns:r="http://schemas.openxmlformats.org/officeDocument/2006/relationships" id="2147483652" r:id="R4a5711280b3940c9"/>
    <p:sldLayoutId xmlns:r="http://schemas.openxmlformats.org/officeDocument/2006/relationships" id="2147483653" r:id="R7719f9e29b61461a"/>
    <p:sldLayoutId xmlns:r="http://schemas.openxmlformats.org/officeDocument/2006/relationships" id="2147483654" r:id="R497a1e29fc5c4e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0ef4f4eeb4b4a" /><Relationship Type="http://schemas.openxmlformats.org/officeDocument/2006/relationships/image" Target="/ppt/media/image.png" Id="R7063fef37b934517" /><Relationship Type="http://schemas.openxmlformats.org/officeDocument/2006/relationships/notesSlide" Target="/ppt/notesSlides/notesSlide1.xml" Id="R08554b0ba75248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66c7fbd514054" /><Relationship Type="http://schemas.openxmlformats.org/officeDocument/2006/relationships/image" Target="/ppt/media/image2.png" Id="R28ff77fa58d845f3" /><Relationship Type="http://schemas.openxmlformats.org/officeDocument/2006/relationships/notesSlide" Target="/ppt/notesSlides/notesSlide2.xml" Id="R50796a34191f4d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0e68ed5114b8d" /><Relationship Type="http://schemas.openxmlformats.org/officeDocument/2006/relationships/image" Target="/ppt/media/image3.png" Id="Re35e1ef54fe94e8b" /><Relationship Type="http://schemas.openxmlformats.org/officeDocument/2006/relationships/image" Target="/ppt/media/image4.png" Id="R9adc4a2b8c684b4e" /><Relationship Type="http://schemas.openxmlformats.org/officeDocument/2006/relationships/notesSlide" Target="/ppt/notesSlides/notesSlide3.xml" Id="R28e8078970c54b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60ab5ccdf4b0b" /><Relationship Type="http://schemas.openxmlformats.org/officeDocument/2006/relationships/image" Target="/ppt/media/image5.png" Id="Rf6122ceda52f4d4a" /><Relationship Type="http://schemas.openxmlformats.org/officeDocument/2006/relationships/notesSlide" Target="/ppt/notesSlides/notesSlide4.xml" Id="R3aa5e168d0884b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E50A3-A188-48D4-89D5-8C81CBA375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3fef37b93451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10059-9EF5-4B19-890E-A1FC604E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"/>
            <a:ext cx="642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MOD004979   /   SEMANTIC DATA TECHNOLOGIES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BE000-C070-4FFB-A775-62247F11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00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6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体育本体的语义查询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E187E-944E-47D3-A0C7-E583DFCA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4225"/>
            <a:ext cx="571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运动员 · 队伍 · 赛事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8E996-54F3-433B-BEF3-EDEB4C62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524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3F51D-CEA9-44CC-A587-74465AC3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徐康成  |  学号 2623912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MSc Artificial Intelligence   ·   Team Hopfield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6AA17-A2AB-4089-8FA3-4DF1A1AE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484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体育知识的语义建模与查询</a:t>
            </a:r>
          </a:p>
        </p:txBody>
      </p:sp>
    </p:spTree>
    <p:extLst>
      <p:ext uri="{BB962C8B-B14F-4D97-AF65-F5344CB8AC3E}">
        <p14:creationId xmlns:p14="http://schemas.microsoft.com/office/powerpoint/2010/main" val="1176869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BFC64C-725A-457E-A095-A91C6F99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语义数据技术  /  个人展示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26C9C-8F46-4637-883F-B71C8366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G01 与 G03：使用者和教练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75B94-3C65-4BDC-AB93-7E7ADC9A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谁会使用体育本体，以及为什么使用？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67EA9-B180-4B1E-8EF1-070D4A82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075B2-A1D2-4801-919A-4A2AEEE8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XU KANGCHENG   ·   2623912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C46A1-57AF-4741-8280-3F991ACA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D9039-BF8C-4C57-B770-4FBE54C4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G01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5AC1C-03A0-4083-AB73-EB5BD9D5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05000"/>
            <a:ext cx="652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谁会使用体育本体？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375D7-DC94-475B-9F29-373DAD12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FBD97-09D1-4D34-A668-1692E24C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3667D-2927-4312-BB9F-12183349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652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体育迷、运动员、教练、分析师和开发者。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54B22-AA70-4D5D-A564-188CBC00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5B824-8E19-40DA-B485-69C91377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G03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7A9C8-7382-4C73-A8BB-65807FB6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67100"/>
            <a:ext cx="652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教练为什么使用本体？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C7581-9394-465E-91CF-2E22FB38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00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CCF3A-E2B4-425C-8DE9-492839B4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A18DF-F158-4196-B109-13BAEBCB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652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查找队伍和运动员的相关信息。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D6BE6-15C2-421E-94FD-22947592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910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EDAFB-362B-4883-BB33-91253BC6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685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3D34ED-AF00-4657-BDB1-2C3F81A3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29200"/>
            <a:ext cx="6524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这些信息可以帮助教练进行准备。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44152-B92B-4EA1-B90E-C5BECAC4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7A731-EB72-47F2-BA49-528D0FBD42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f77fa58d845f3"/>
          <a:stretch xmlns:a="http://schemas.openxmlformats.org/drawingml/2006/main"/>
        </p:blipFill>
        <p:spPr>
          <a:xfrm xmlns:a="http://schemas.openxmlformats.org/drawingml/2006/main">
            <a:off x="8096250" y="2679700"/>
            <a:ext cx="3333750" cy="222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33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3B46D-504D-4989-B350-D8358CCE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语义数据技术  /  个人展示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920FA-EC70-4389-9A19-D9979180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S03：哪些运动员属于指定队伍？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4B2F9-01A5-499B-9FAC-45559C11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利用 TeamMembership 查询阿根廷国家队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9C4F4-52BC-4118-B8EC-AA259DB4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DB1D9-F9F7-4123-99F6-6FCD9731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XU KANGCHENG   ·   2623912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D96D4-C420-493E-AE77-016C2F5D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3E5C6-5465-43EF-9255-C716EB9067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e1ef54fe94e8b"/>
          <a:stretch xmlns:a="http://schemas.openxmlformats.org/drawingml/2006/main"/>
        </p:blipFill>
        <p:spPr>
          <a:xfrm xmlns:a="http://schemas.openxmlformats.org/drawingml/2006/main">
            <a:off x="514350" y="2025723"/>
            <a:ext cx="7620000" cy="363522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C7E56-1EE0-4299-AD47-C816B5A9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5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26 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FC290-038C-431A-A36E-C963A7CF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718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阿根廷国家队成员记录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CA2BD-3103-4180-B655-896CDA6F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97E44-59E9-4FFC-B2F3-741EF7F706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c4a2b8c684b4e"/>
          <a:stretch xmlns:a="http://schemas.openxmlformats.org/drawingml/2006/main"/>
        </p:blipFill>
        <p:spPr>
          <a:xfrm xmlns:a="http://schemas.openxmlformats.org/drawingml/2006/main">
            <a:off x="8527256" y="3914775"/>
            <a:ext cx="2643188" cy="17621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2E5E7-B71A-429D-8E90-B499F445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43575"/>
            <a:ext cx="289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其余队伍的数据覆盖较少。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E768D-9A0B-42FE-9FFD-32B044C4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TeamMembership · Athlete · SportsTeam</a:t>
            </a:r>
          </a:p>
        </p:txBody>
      </p:sp>
    </p:spTree>
    <p:extLst>
      <p:ext uri="{BB962C8B-B14F-4D97-AF65-F5344CB8AC3E}">
        <p14:creationId xmlns:p14="http://schemas.microsoft.com/office/powerpoint/2010/main" val="2171160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453F3-5802-4F9F-9EF0-2A438649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语义数据技术  /  个人展示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879DB-4DF0-487E-AA14-FFAB9190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S11 与 S12：赛事参与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EAB00-3F92-42CC-BA9E-4499A5E9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运动员参加哪些赛事？哪些队伍参加同一赛事？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02DC4-F021-4E18-B626-3E619650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0675"/>
            <a:ext cx="11049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03DF0-C799-4D8A-9950-41C748A0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XU KANGCHENG   ·   2623912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F757C-6D09-4510-965E-59AEF8DF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DEFF6-1E53-4D37-9892-53F4BF3A94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22ceda52f4d4a"/>
          <a:stretch xmlns:a="http://schemas.openxmlformats.org/drawingml/2006/main"/>
        </p:blipFill>
        <p:spPr>
          <a:xfrm xmlns:a="http://schemas.openxmlformats.org/drawingml/2006/main">
            <a:off x="542925" y="1954042"/>
            <a:ext cx="7381875" cy="372144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A2D32-4033-44C5-B1D0-EFA5E010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193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087E85"/>
                </a:solidFill>
                <a:latin typeface="Microsoft YaHei"/>
                <a:ea typeface="Microsoft YaHei"/>
                <a:cs typeface="Microsoft YaHei"/>
              </a:rPr>
              <a:t>135 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301F5-4000-4B98-8D5E-F1E2EF4E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051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已记录的同赛事队伍组合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2F6B0-2B61-48BE-AC74-4FBBAB56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9950"/>
            <a:ext cx="306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E9983-5D5F-4E55-9CE4-CED8951D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巴黎奥运足球：16 支队伍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D09F8-101B-4FB0-8BD1-9DFFA8F1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86225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A52"/>
                </a:solidFill>
                <a:latin typeface="Microsoft YaHei"/>
                <a:ea typeface="Microsoft YaHei"/>
                <a:cs typeface="Microsoft YaHei"/>
              </a:rPr>
              <a:t>2022 世界杯：6 支队伍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B2D7E-9845-4E3E-93F6-0A55D6E7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81525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16 选 2 加上 6 选 2，得到 135 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D100E-97EE-4A99-A651-8EFF4998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7785"/>
                </a:solidFill>
                <a:latin typeface="Microsoft YaHei"/>
                <a:ea typeface="Microsoft YaHei"/>
                <a:cs typeface="Microsoft YaHei"/>
              </a:rPr>
              <a:t>S11：梅西 → 2022 年世界杯（1 条已记录赛事）</a:t>
            </a:r>
          </a:p>
        </p:txBody>
      </p:sp>
    </p:spTree>
    <p:extLst>
      <p:ext uri="{BB962C8B-B14F-4D97-AF65-F5344CB8AC3E}">
        <p14:creationId xmlns:p14="http://schemas.microsoft.com/office/powerpoint/2010/main" val="1194094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2026-11-01T11:47:52.0010000Z</dcterms:created>
  <dcterms:modified xsi:type="dcterms:W3CDTF">2026-11-01T11:47:52.0010000Z</dcterms:modified>
</coreProperties>
</file>