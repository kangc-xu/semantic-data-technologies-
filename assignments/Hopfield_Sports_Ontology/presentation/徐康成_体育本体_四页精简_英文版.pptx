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c3d07d677845a6" /><Relationship Type="http://schemas.openxmlformats.org/officeDocument/2006/relationships/extended-properties" Target="/docProps/app.xml" Id="R342839100d5a4c06" /><Relationship Type="http://schemas.openxmlformats.org/officeDocument/2006/relationships/officeDocument" Target="/ppt/presentation.xml" Id="R10e68b21935e4a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343a4c8b134886"/>
  </p:sldMasterIdLst>
  <p:notesMasterIdLst>
    <p:notesMasterId xmlns:r="http://schemas.openxmlformats.org/officeDocument/2006/relationships" r:id="Rfed8ba1c423248f6"/>
  </p:notesMasterIdLst>
  <p:sldIdLst>
    <p:sldId xmlns:r="http://schemas.openxmlformats.org/officeDocument/2006/relationships" id="256" r:id="R072c95ee41ca41a0"/>
    <p:sldId xmlns:r="http://schemas.openxmlformats.org/officeDocument/2006/relationships" id="257" r:id="R5c9123aef2cd4e5c"/>
    <p:sldId xmlns:r="http://schemas.openxmlformats.org/officeDocument/2006/relationships" id="258" r:id="Rc04c03b07ada4c05"/>
    <p:sldId xmlns:r="http://schemas.openxmlformats.org/officeDocument/2006/relationships" id="259" r:id="R76940f7fb4a14e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373bb9b07d44d2" /><Relationship Type="http://schemas.openxmlformats.org/officeDocument/2006/relationships/slideMaster" Target="/ppt/slideMasters/slideMaster1.xml" Id="R7e343a4c8b134886" /><Relationship Type="http://schemas.openxmlformats.org/officeDocument/2006/relationships/notesMaster" Target="/ppt/notesMasters/notesMaster1.xml" Id="Rfed8ba1c423248f6" /><Relationship Type="http://schemas.openxmlformats.org/officeDocument/2006/relationships/presProps" Target="/ppt/presProps.xml" Id="Rf1feeed776934225" /><Relationship Type="http://schemas.openxmlformats.org/officeDocument/2006/relationships/tableStyles" Target="/ppt/tableStyles.xml" Id="Rceff0e49d3354f4e" /><Relationship Type="http://schemas.openxmlformats.org/officeDocument/2006/relationships/slide" Target="/ppt/slides/slide1.xml" Id="R072c95ee41ca41a0" /><Relationship Type="http://schemas.openxmlformats.org/officeDocument/2006/relationships/slide" Target="/ppt/slides/slide2.xml" Id="R5c9123aef2cd4e5c" /><Relationship Type="http://schemas.openxmlformats.org/officeDocument/2006/relationships/slide" Target="/ppt/slides/slide3.xml" Id="Rc04c03b07ada4c05" /><Relationship Type="http://schemas.openxmlformats.org/officeDocument/2006/relationships/slide" Target="/ppt/slides/slide4.xml" Id="R76940f7fb4a14e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85dc2718294a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bad9b66b4a4472" /><Relationship Type="http://schemas.openxmlformats.org/officeDocument/2006/relationships/notesMaster" Target="/ppt/notesMasters/notesMaster1.xml" Id="R9bc3a5971bc440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fcaa6db6fe4f0d" /><Relationship Type="http://schemas.openxmlformats.org/officeDocument/2006/relationships/notesMaster" Target="/ppt/notesMasters/notesMaster1.xml" Id="Re3e7b43686b348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6d7ae360cf4dbd" /><Relationship Type="http://schemas.openxmlformats.org/officeDocument/2006/relationships/notesMaster" Target="/ppt/notesMasters/notesMaster1.xml" Id="Rcb74110c416d43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a94dbbf35a4449" /><Relationship Type="http://schemas.openxmlformats.org/officeDocument/2006/relationships/notesMaster" Target="/ppt/notesMasters/notesMaster1.xml" Id="R9a85cddb82324f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Hello, my name is Kangcheng Xu. My student ID is 2623912. I will talk about my five questions in our sports ontology.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G01: Fans, coaches and athletes can use this ontology. Analysts and developers can use it too. The model records seven user roles.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G03: Coaches can use the ontology to find sports information. They can look at teams and athletes. This can support their preparation.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question asks who belongs to a team. I use Argentina as an example. The query returns 26 membership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S11: This question asks which competitions an athlete entered. I use Messi as an example. The file returns the 2022 World Cup.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S12: This question finds teams in the same competition. The query returns 135 team pairs. These are pairs recorded in our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218ada34d749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08a8e274934c9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d320535dbd4c4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b9e0b1128c439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2da35f67c4c1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551d23075b4d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F65558-B748-48B0-B648-C4DC0D2F46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F6316F6-F739-4154-A667-02CBB220D3F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81285F8-FB03-45EC-B13F-9DEC3E9479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3DA7E1-1F11-4D91-AB16-6F48436434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6A4CE7A-B3BF-4792-9A7A-8DFE840168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9520C81-7339-453B-9DDC-9AFA48920F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C35538-AD05-4AF1-8365-EEC3A0827E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EFEC1E9-2FC0-4394-8860-09175072FE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4B10A7-40A0-42D9-B60B-53EA37A4EC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CFF001E-81CF-4639-93D8-9764712B0A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9f030f539b4708" /><Relationship Type="http://schemas.openxmlformats.org/officeDocument/2006/relationships/slideLayout" Target="/ppt/slideLayouts/slideLayout1.xml" Id="R3bd0c18e16684917" /><Relationship Type="http://schemas.openxmlformats.org/officeDocument/2006/relationships/slideLayout" Target="/ppt/slideLayouts/slideLayout2.xml" Id="Rffd22d021c5741ed" /><Relationship Type="http://schemas.openxmlformats.org/officeDocument/2006/relationships/slideLayout" Target="/ppt/slideLayouts/slideLayout3.xml" Id="Re557cef144de4222" /><Relationship Type="http://schemas.openxmlformats.org/officeDocument/2006/relationships/slideLayout" Target="/ppt/slideLayouts/slideLayout4.xml" Id="Rcc2bb2cc631d4eb2" /><Relationship Type="http://schemas.openxmlformats.org/officeDocument/2006/relationships/slideLayout" Target="/ppt/slideLayouts/slideLayout5.xml" Id="R51c04854eb18471a" /><Relationship Type="http://schemas.openxmlformats.org/officeDocument/2006/relationships/slideLayout" Target="/ppt/slideLayouts/slideLayout6.xml" Id="Rcff8ac9404c048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d0c18e16684917"/>
    <p:sldLayoutId xmlns:r="http://schemas.openxmlformats.org/officeDocument/2006/relationships" id="2147483650" r:id="Rffd22d021c5741ed"/>
    <p:sldLayoutId xmlns:r="http://schemas.openxmlformats.org/officeDocument/2006/relationships" id="2147483651" r:id="Re557cef144de4222"/>
    <p:sldLayoutId xmlns:r="http://schemas.openxmlformats.org/officeDocument/2006/relationships" id="2147483652" r:id="Rcc2bb2cc631d4eb2"/>
    <p:sldLayoutId xmlns:r="http://schemas.openxmlformats.org/officeDocument/2006/relationships" id="2147483653" r:id="R51c04854eb18471a"/>
    <p:sldLayoutId xmlns:r="http://schemas.openxmlformats.org/officeDocument/2006/relationships" id="2147483654" r:id="Rcff8ac9404c048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9994cb12714a9a" /><Relationship Type="http://schemas.openxmlformats.org/officeDocument/2006/relationships/image" Target="/ppt/media/image.png" Id="Rc2e6075a618244d6" /><Relationship Type="http://schemas.openxmlformats.org/officeDocument/2006/relationships/notesSlide" Target="/ppt/notesSlides/notesSlide1.xml" Id="R7945a03a241541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092a2290ae4cc2" /><Relationship Type="http://schemas.openxmlformats.org/officeDocument/2006/relationships/image" Target="/ppt/media/image2.png" Id="R14142197db3543ea" /><Relationship Type="http://schemas.openxmlformats.org/officeDocument/2006/relationships/notesSlide" Target="/ppt/notesSlides/notesSlide2.xml" Id="Rfc267ff5c1cb4b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1c9733fb1d4fe2" /><Relationship Type="http://schemas.openxmlformats.org/officeDocument/2006/relationships/image" Target="/ppt/media/image3.png" Id="R203f8c85a18e4181" /><Relationship Type="http://schemas.openxmlformats.org/officeDocument/2006/relationships/image" Target="/ppt/media/image4.png" Id="R9cae4a63c0034dbd" /><Relationship Type="http://schemas.openxmlformats.org/officeDocument/2006/relationships/notesSlide" Target="/ppt/notesSlides/notesSlide3.xml" Id="R6d451753fc2949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8290e205114f10" /><Relationship Type="http://schemas.openxmlformats.org/officeDocument/2006/relationships/image" Target="/ppt/media/image5.png" Id="Rbc8f59e57e504344" /><Relationship Type="http://schemas.openxmlformats.org/officeDocument/2006/relationships/notesSlide" Target="/ppt/notesSlides/notesSlide4.xml" Id="Rdcf08b9def7e41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8E62F-E49B-4956-A490-D3463C1B8F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e6075a618244d6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2F3AE-E567-4E62-B872-146EC8C7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642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rPr>
              <a:t>MOD004979   /   SEMANTIC DATA TECHNOLOGIES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AB2AE-5ADE-478B-AFF0-D94201C7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600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2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2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2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2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2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2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2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2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2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2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rPr>
              <a:t>Semantic Queries for</a:t>
            </a:r>
          </a:p>
          <a:p xmlns:a="http://schemas.openxmlformats.org/drawingml/2006/main">
            <a:pPr algn="l">
              <a:buNone/>
              <a:defRPr sz="32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rPr>
              <a:t>a Sports Ontology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322C6-3145-412F-A72C-34C6A9E6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24225"/>
            <a:ext cx="571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rPr>
              <a:t>Athletes  ·  Teams  ·  Competitions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CFDE5-5331-451E-9E66-D1E5E5AB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BBF74-3B03-470D-B04A-485F144B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590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rPr>
              <a:t>Kangcheng Xu  |  Student ID 2623912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rPr>
              <a:t>MSc Artificial Intelligence   ·   Team Hopfield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6A9C8-8D87-459B-BC1F-AC13787F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rPr>
              <a:t>Semantic modelling and querying of sports knowledge</a:t>
            </a:r>
          </a:p>
        </p:txBody>
      </p:sp>
    </p:spTree>
    <p:extLst>
      <p:ext uri="{BB962C8B-B14F-4D97-AF65-F5344CB8AC3E}">
        <p14:creationId xmlns:p14="http://schemas.microsoft.com/office/powerpoint/2010/main" val="14501708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933E6A-8852-4244-AC7D-ED1618E9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rPr>
              <a:t>SEMANTIC DATA TECHNOLOGIES  /  INDIVIDUAL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EC36D-130C-4F12-BCC6-D5C99972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rPr>
              <a:t>G01 and G03: users and coaches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71F8DC-B035-4258-B28E-4398BFC0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rPr>
              <a:t>Who uses the ontology and why?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B159A-CEDC-45D5-A651-470CFE51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90675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B7C3C-0DD8-415A-AC7B-78FBA034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rPr>
              <a:t>XU KANGCHENG   ·   2623912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E37E8-BFF3-4818-98A4-AE726EE5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674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A8785-EEA8-4965-932D-C0987447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rPr>
              <a:t>G01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EF487-4899-4598-8EF2-D8A39136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05000"/>
            <a:ext cx="6524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rPr>
              <a:t>Who will use the sports ontology?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9B511-C926-4A8C-9A3A-D97DAF53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3EDB7F-5E01-4C99-8626-F1EE5E32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86050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5D9BE4-9711-4568-B6F9-0E04636A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86050"/>
            <a:ext cx="6524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rPr>
              <a:t>Fans, athletes, coaches, analysts and developers.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95BB5-10CC-43DD-A9C2-7F7418CA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2897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5D3E2-4360-4176-9709-393F4E94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67100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rPr>
              <a:t>G03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C15C8-2E08-42B0-B65A-89ED8E69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67100"/>
            <a:ext cx="6524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rPr>
              <a:t>Why would coaches use the ontology?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54240B-D3BB-4373-B89F-0923F200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002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BCB27C-9EFB-47EF-ABCF-F8F2DFBD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8150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1305CC-C309-4EEF-8052-47DE9569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48150"/>
            <a:ext cx="6524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rPr>
              <a:t>They can find information about teams and athletes.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8672B2-6173-4ECA-9A81-EDD6EB50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9107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48A95-8BFE-4B5F-858F-6CFA17A2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BF1852-9D71-4660-9220-4E89EFFC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29200"/>
            <a:ext cx="6524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rPr>
              <a:t>This information can support their preparation.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87AD50-557C-4B04-9498-10DCDE3A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32F4C7-1A52-441D-AF65-72B292B0C5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42197db3543ea"/>
          <a:stretch xmlns:a="http://schemas.openxmlformats.org/drawingml/2006/main"/>
        </p:blipFill>
        <p:spPr>
          <a:xfrm xmlns:a="http://schemas.openxmlformats.org/drawingml/2006/main">
            <a:off x="8096250" y="2679700"/>
            <a:ext cx="3333750" cy="222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540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DF5B5-0C9A-4254-8697-05828CB0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rPr>
              <a:t>SEMANTIC DATA TECHNOLOGIES  /  INDIVIDUAL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D7A9D-3235-4D13-96BC-859CBA12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rPr>
              <a:t>S03: Which athletes belong to a team?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3FB35-DD32-4D2B-9109-AE47AE0A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rPr>
              <a:t>Querying Argentina through TeamMembership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FEAC4-1E16-46B1-98D3-255C966D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90675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7569E-2C22-4F64-996C-B99B1809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rPr>
              <a:t>XU KANGCHENG   ·   2623912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1D669-D381-4625-AD24-0A0CC0AE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674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A4124-B9CD-40CF-BF31-222C1B7BBD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f8c85a18e4181"/>
          <a:stretch xmlns:a="http://schemas.openxmlformats.org/drawingml/2006/main"/>
        </p:blipFill>
        <p:spPr>
          <a:xfrm xmlns:a="http://schemas.openxmlformats.org/drawingml/2006/main">
            <a:off x="514350" y="2025723"/>
            <a:ext cx="7620000" cy="363522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126FFD-F918-43FE-8E98-88B09335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38375"/>
            <a:ext cx="285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90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90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90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90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90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90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90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90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90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90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90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rPr>
              <a:t>26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7DFFA-8C0C-4345-A68B-4F8EC1FD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718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rPr>
              <a:t>Argentina national team memberships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08D34E-9E20-40DB-A29D-BA0591D1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81425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635573-0EEC-4B01-A58D-A894610AE9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e4a63c0034dbd"/>
          <a:stretch xmlns:a="http://schemas.openxmlformats.org/drawingml/2006/main"/>
        </p:blipFill>
        <p:spPr>
          <a:xfrm xmlns:a="http://schemas.openxmlformats.org/drawingml/2006/main">
            <a:off x="8527256" y="3914775"/>
            <a:ext cx="2643188" cy="17621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42ED8-A473-4C36-A06B-C4D1BB3B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743575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rPr>
              <a:t>Other teams have fewer recorded examples.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68D77-E0D8-4CC2-955B-E37C0143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rPr>
              <a:t>TeamMembership · Athlete · SportsTeam</a:t>
            </a:r>
          </a:p>
        </p:txBody>
      </p:sp>
    </p:spTree>
    <p:extLst>
      <p:ext uri="{BB962C8B-B14F-4D97-AF65-F5344CB8AC3E}">
        <p14:creationId xmlns:p14="http://schemas.microsoft.com/office/powerpoint/2010/main" val="5968546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38E2A6-9C28-4223-8FC9-C8D90700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rPr>
              <a:t>SEMANTIC DATA TECHNOLOGIES  /  INDIVIDUAL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AB890-F2F7-4512-A6A5-97720E81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rPr>
              <a:t>S11 and S12: competition participation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D381C-9B9D-45F2-B542-8D4F5A18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rPr>
              <a:t>Which competitions has an athlete entered? Which teams entered the same competition?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2D900-CE63-4C1F-A03B-F70F8DC4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90675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E9BF7-3BF5-402B-A4F3-8CFE6F57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rPr>
              <a:t>XU KANGCHENG   ·   2623912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73A2F-E4B8-452A-B0E4-097AD115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674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FE237-3AB7-47CB-8897-61A63DFF24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8f59e57e504344"/>
          <a:stretch xmlns:a="http://schemas.openxmlformats.org/drawingml/2006/main"/>
        </p:blipFill>
        <p:spPr>
          <a:xfrm xmlns:a="http://schemas.openxmlformats.org/drawingml/2006/main">
            <a:off x="542925" y="1954042"/>
            <a:ext cx="7381875" cy="372144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8DF036-5523-4EE5-B2BB-F430F916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0193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67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67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67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67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67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67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67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67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67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67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67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rPr>
              <a:t>135 pairs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89433-A791-4A74-83F5-889739D6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051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rPr>
              <a:t>Recorded teams in the same competition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239E1-140A-4A78-AB0B-D79C846C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0995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1982C-FED6-471B-9C58-33E15E23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3855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rPr>
              <a:t>Paris Olympic football: 16 teams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6395CF-923E-425F-A4F1-7472D35C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86225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rPr>
              <a:t>2022 World Cup: 6 teams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1BD11-0A86-429A-9B9B-C0164DF6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81525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rPr>
              <a:t>16 choose 2 plus 6 choose 2 gives 135 pairs.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3EE691-F6E8-4A77-B318-67951DBE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rPr>
              <a:t>S11: Messi → 2022 FIFA World Cup (one recorded competition)</a:t>
            </a:r>
          </a:p>
        </p:txBody>
      </p:sp>
    </p:spTree>
    <p:extLst>
      <p:ext uri="{BB962C8B-B14F-4D97-AF65-F5344CB8AC3E}">
        <p14:creationId xmlns:p14="http://schemas.microsoft.com/office/powerpoint/2010/main" val="4111322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2026-11-01T11:47:51.0150000Z</dcterms:created>
  <dcterms:modified xsi:type="dcterms:W3CDTF">2026-11-01T11:47:51.0150000Z</dcterms:modified>
</coreProperties>
</file>